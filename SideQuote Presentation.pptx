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3" r:id="rId10"/>
    <p:sldId id="27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2A67-8A28-4396-A121-A74A40A02236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0CC0C-8A63-4C2E-9FAA-07A82C17E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41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2A67-8A28-4396-A121-A74A40A02236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0CC0C-8A63-4C2E-9FAA-07A82C17E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2A67-8A28-4396-A121-A74A40A02236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0CC0C-8A63-4C2E-9FAA-07A82C17E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954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2A67-8A28-4396-A121-A74A40A02236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0CC0C-8A63-4C2E-9FAA-07A82C17E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78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2A67-8A28-4396-A121-A74A40A02236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0CC0C-8A63-4C2E-9FAA-07A82C17E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1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2A67-8A28-4396-A121-A74A40A02236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0CC0C-8A63-4C2E-9FAA-07A82C17E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32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2A67-8A28-4396-A121-A74A40A02236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0CC0C-8A63-4C2E-9FAA-07A82C17E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33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2A67-8A28-4396-A121-A74A40A02236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0CC0C-8A63-4C2E-9FAA-07A82C17E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19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2A67-8A28-4396-A121-A74A40A02236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0CC0C-8A63-4C2E-9FAA-07A82C17E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55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2A67-8A28-4396-A121-A74A40A02236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0CC0C-8A63-4C2E-9FAA-07A82C17E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6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2A67-8A28-4396-A121-A74A40A02236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0CC0C-8A63-4C2E-9FAA-07A82C17E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9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A2A67-8A28-4396-A121-A74A40A02236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0CC0C-8A63-4C2E-9FAA-07A82C17E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2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0941"/>
          </a:xfrm>
        </p:spPr>
        <p:txBody>
          <a:bodyPr>
            <a:normAutofit/>
          </a:bodyPr>
          <a:lstStyle/>
          <a:p>
            <a:r>
              <a:rPr lang="en-US" sz="1800" dirty="0" smtClean="0"/>
              <a:t>Registration Page:</a:t>
            </a:r>
            <a:endParaRPr lang="en-US" sz="1800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96066"/>
            <a:ext cx="10515600" cy="538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46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1972"/>
            <a:ext cx="10515600" cy="580914"/>
          </a:xfrm>
        </p:spPr>
        <p:txBody>
          <a:bodyPr>
            <a:normAutofit/>
          </a:bodyPr>
          <a:lstStyle/>
          <a:p>
            <a:r>
              <a:rPr lang="en-US" sz="1800" dirty="0" smtClean="0"/>
              <a:t>Complete Registration : 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92886"/>
            <a:ext cx="10515600" cy="528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46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4579"/>
          </a:xfrm>
        </p:spPr>
        <p:txBody>
          <a:bodyPr>
            <a:normAutofit/>
          </a:bodyPr>
          <a:lstStyle/>
          <a:p>
            <a:r>
              <a:rPr lang="en-US" sz="1800" dirty="0" smtClean="0"/>
              <a:t>Login Page: </a:t>
            </a:r>
            <a:endParaRPr lang="en-US" sz="1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89704"/>
            <a:ext cx="10515600" cy="518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50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6395"/>
          </a:xfrm>
        </p:spPr>
        <p:txBody>
          <a:bodyPr>
            <a:normAutofit/>
          </a:bodyPr>
          <a:lstStyle/>
          <a:p>
            <a:r>
              <a:rPr lang="en-US" sz="1800" dirty="0" smtClean="0"/>
              <a:t>Forgot Password: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31520"/>
            <a:ext cx="10515600" cy="544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7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018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Home Page (Logged In update profile view):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972" y="785813"/>
            <a:ext cx="6084056" cy="5391150"/>
          </a:xfrm>
        </p:spPr>
      </p:pic>
    </p:spTree>
    <p:extLst>
      <p:ext uri="{BB962C8B-B14F-4D97-AF65-F5344CB8AC3E}">
        <p14:creationId xmlns:p14="http://schemas.microsoft.com/office/powerpoint/2010/main" val="3341030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018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Home Page (Logged In update Business view):</a:t>
            </a:r>
            <a:endParaRPr lang="en-US" sz="1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637" y="1825625"/>
            <a:ext cx="4076725" cy="4351338"/>
          </a:xfrm>
        </p:spPr>
      </p:pic>
    </p:spTree>
    <p:extLst>
      <p:ext uri="{BB962C8B-B14F-4D97-AF65-F5344CB8AC3E}">
        <p14:creationId xmlns:p14="http://schemas.microsoft.com/office/powerpoint/2010/main" val="3881636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5487"/>
          </a:xfrm>
        </p:spPr>
        <p:txBody>
          <a:bodyPr>
            <a:normAutofit/>
          </a:bodyPr>
          <a:lstStyle/>
          <a:p>
            <a:r>
              <a:rPr lang="en-US" sz="1800" dirty="0" smtClean="0"/>
              <a:t>Post video Job: 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60612"/>
            <a:ext cx="10515599" cy="531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200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5487"/>
          </a:xfrm>
        </p:spPr>
        <p:txBody>
          <a:bodyPr>
            <a:normAutofit/>
          </a:bodyPr>
          <a:lstStyle/>
          <a:p>
            <a:r>
              <a:rPr lang="en-US" sz="1800" dirty="0" smtClean="0"/>
              <a:t>Post image Job: 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60612"/>
            <a:ext cx="10515599" cy="531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897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018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Home Page: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565" y="785308"/>
            <a:ext cx="4196869" cy="5391655"/>
          </a:xfrm>
        </p:spPr>
      </p:pic>
    </p:spTree>
    <p:extLst>
      <p:ext uri="{BB962C8B-B14F-4D97-AF65-F5344CB8AC3E}">
        <p14:creationId xmlns:p14="http://schemas.microsoft.com/office/powerpoint/2010/main" val="4285683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3214"/>
          </a:xfrm>
        </p:spPr>
        <p:txBody>
          <a:bodyPr>
            <a:normAutofit/>
          </a:bodyPr>
          <a:lstStyle/>
          <a:p>
            <a:r>
              <a:rPr lang="en-US" sz="1800" dirty="0" smtClean="0"/>
              <a:t>Post without Image: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565" y="828340"/>
            <a:ext cx="4196869" cy="5348623"/>
          </a:xfrm>
        </p:spPr>
      </p:pic>
    </p:spTree>
    <p:extLst>
      <p:ext uri="{BB962C8B-B14F-4D97-AF65-F5344CB8AC3E}">
        <p14:creationId xmlns:p14="http://schemas.microsoft.com/office/powerpoint/2010/main" val="3676151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09426"/>
          </a:xfrm>
        </p:spPr>
        <p:txBody>
          <a:bodyPr>
            <a:normAutofit/>
          </a:bodyPr>
          <a:lstStyle/>
          <a:p>
            <a:r>
              <a:rPr lang="en-US" sz="1800" dirty="0" smtClean="0"/>
              <a:t>User Details Page: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434" y="774700"/>
            <a:ext cx="4977132" cy="5402263"/>
          </a:xfrm>
        </p:spPr>
      </p:pic>
    </p:spTree>
    <p:extLst>
      <p:ext uri="{BB962C8B-B14F-4D97-AF65-F5344CB8AC3E}">
        <p14:creationId xmlns:p14="http://schemas.microsoft.com/office/powerpoint/2010/main" val="829157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09426"/>
          </a:xfrm>
        </p:spPr>
        <p:txBody>
          <a:bodyPr>
            <a:normAutofit/>
          </a:bodyPr>
          <a:lstStyle/>
          <a:p>
            <a:r>
              <a:rPr lang="en-US" sz="1800" dirty="0" smtClean="0"/>
              <a:t>Search Post: 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375" y="774552"/>
            <a:ext cx="4721250" cy="5402411"/>
          </a:xfrm>
        </p:spPr>
      </p:pic>
    </p:spTree>
    <p:extLst>
      <p:ext uri="{BB962C8B-B14F-4D97-AF65-F5344CB8AC3E}">
        <p14:creationId xmlns:p14="http://schemas.microsoft.com/office/powerpoint/2010/main" val="2289941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018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Filter Post: 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9362" y="785308"/>
            <a:ext cx="8293275" cy="539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16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2455"/>
          </a:xfrm>
        </p:spPr>
        <p:txBody>
          <a:bodyPr>
            <a:normAutofit/>
          </a:bodyPr>
          <a:lstStyle/>
          <a:p>
            <a:r>
              <a:rPr lang="en-US" sz="1800" dirty="0" smtClean="0"/>
              <a:t>Filter Post Data: 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415" y="817581"/>
            <a:ext cx="4225169" cy="5359382"/>
          </a:xfrm>
        </p:spPr>
      </p:pic>
    </p:spTree>
    <p:extLst>
      <p:ext uri="{BB962C8B-B14F-4D97-AF65-F5344CB8AC3E}">
        <p14:creationId xmlns:p14="http://schemas.microsoft.com/office/powerpoint/2010/main" val="587545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0941"/>
          </a:xfrm>
        </p:spPr>
        <p:txBody>
          <a:bodyPr>
            <a:normAutofit/>
          </a:bodyPr>
          <a:lstStyle/>
          <a:p>
            <a:r>
              <a:rPr lang="en-US" sz="1800" dirty="0" smtClean="0"/>
              <a:t>User profile with save post: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279" y="796066"/>
            <a:ext cx="2269441" cy="5380897"/>
          </a:xfrm>
        </p:spPr>
      </p:pic>
    </p:spTree>
    <p:extLst>
      <p:ext uri="{BB962C8B-B14F-4D97-AF65-F5344CB8AC3E}">
        <p14:creationId xmlns:p14="http://schemas.microsoft.com/office/powerpoint/2010/main" val="480712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98668"/>
          </a:xfrm>
        </p:spPr>
        <p:txBody>
          <a:bodyPr>
            <a:normAutofit/>
          </a:bodyPr>
          <a:lstStyle/>
          <a:p>
            <a:r>
              <a:rPr lang="en-US" sz="1800" dirty="0" smtClean="0"/>
              <a:t>Post Details: 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179" y="763794"/>
            <a:ext cx="3193642" cy="5413169"/>
          </a:xfrm>
        </p:spPr>
      </p:pic>
    </p:spTree>
    <p:extLst>
      <p:ext uri="{BB962C8B-B14F-4D97-AF65-F5344CB8AC3E}">
        <p14:creationId xmlns:p14="http://schemas.microsoft.com/office/powerpoint/2010/main" val="4003297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5487"/>
          </a:xfrm>
        </p:spPr>
        <p:txBody>
          <a:bodyPr>
            <a:normAutofit/>
          </a:bodyPr>
          <a:lstStyle/>
          <a:p>
            <a:r>
              <a:rPr lang="en-US" sz="1800" dirty="0" smtClean="0"/>
              <a:t>Chat List: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745" y="860612"/>
            <a:ext cx="5302509" cy="5316351"/>
          </a:xfrm>
        </p:spPr>
      </p:pic>
    </p:spTree>
    <p:extLst>
      <p:ext uri="{BB962C8B-B14F-4D97-AF65-F5344CB8AC3E}">
        <p14:creationId xmlns:p14="http://schemas.microsoft.com/office/powerpoint/2010/main" val="369013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7002"/>
          </a:xfrm>
        </p:spPr>
        <p:txBody>
          <a:bodyPr>
            <a:normAutofit/>
          </a:bodyPr>
          <a:lstStyle/>
          <a:p>
            <a:r>
              <a:rPr lang="en-US" sz="1800" dirty="0" smtClean="0"/>
              <a:t>Chat with user: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745" y="882128"/>
            <a:ext cx="5302509" cy="5294835"/>
          </a:xfrm>
        </p:spPr>
      </p:pic>
    </p:spTree>
    <p:extLst>
      <p:ext uri="{BB962C8B-B14F-4D97-AF65-F5344CB8AC3E}">
        <p14:creationId xmlns:p14="http://schemas.microsoft.com/office/powerpoint/2010/main" val="1319141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4729"/>
          </a:xfrm>
        </p:spPr>
        <p:txBody>
          <a:bodyPr>
            <a:normAutofit/>
          </a:bodyPr>
          <a:lstStyle/>
          <a:p>
            <a:r>
              <a:rPr lang="en-US" sz="1800" dirty="0" smtClean="0"/>
              <a:t>Change Password: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49854"/>
            <a:ext cx="10515600" cy="532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06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78</Words>
  <Application>Microsoft Office PowerPoint</Application>
  <PresentationFormat>Widescreen</PresentationFormat>
  <Paragraphs>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Registration Page:</vt:lpstr>
      <vt:lpstr>Complete Registration : </vt:lpstr>
      <vt:lpstr>Login Page: </vt:lpstr>
      <vt:lpstr>Forgot Password:</vt:lpstr>
      <vt:lpstr>Home Page (Logged In update profile view):</vt:lpstr>
      <vt:lpstr>Home Page (Logged In update Business view):</vt:lpstr>
      <vt:lpstr>Post video Job: </vt:lpstr>
      <vt:lpstr>Post image Job: </vt:lpstr>
      <vt:lpstr>Home Page:</vt:lpstr>
      <vt:lpstr>Post without Image:</vt:lpstr>
      <vt:lpstr>User Details Page:</vt:lpstr>
      <vt:lpstr>Search Post: </vt:lpstr>
      <vt:lpstr>Filter Post: </vt:lpstr>
      <vt:lpstr>Filter Post Data: </vt:lpstr>
      <vt:lpstr>User profile with save post:</vt:lpstr>
      <vt:lpstr>Post Details: </vt:lpstr>
      <vt:lpstr>Chat List:</vt:lpstr>
      <vt:lpstr>Chat with user:</vt:lpstr>
      <vt:lpstr>Change Password: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Page:</dc:title>
  <dc:creator>LENOVO</dc:creator>
  <cp:lastModifiedBy>LENOVO</cp:lastModifiedBy>
  <cp:revision>12</cp:revision>
  <dcterms:created xsi:type="dcterms:W3CDTF">2024-08-22T07:32:25Z</dcterms:created>
  <dcterms:modified xsi:type="dcterms:W3CDTF">2024-08-22T10:58:44Z</dcterms:modified>
</cp:coreProperties>
</file>